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this as a conversion and workload solution, not a generic AI tool. The practice already offers strong clinical services; the missing piece is always-on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classic high-trust, family-run office with real production upside if access gets modernized.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low-value hygiene-only office. Their online demand should be treated like premium revenue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site may be adequate as an information page, but it is underbuilt as a conversion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bridge between their current operating model and why Voxaris is timely.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validates the category while opening space for Voxaris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Voxaris as higher-touch, higher-conversion, and more presentation-ready.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flow handles both premium elective and urgent service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this the money slide. Most private practices underuse their own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should feel credible, not inflated. Explain that database quality and segmentation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transformation directly to the owner's experience of missed after-hours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 want proof, not abstraction. The dashboard is how Voxaris stays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these as illustrative projections, not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matters because this is a family-run office, not a faceless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low-friction adoption path. Start with the fastest pain relief.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momentum and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URLs were used during research. Verify before citing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Family Orlando Dentistry</a:t>
            </a:r>
          </a:p>
          <a:p>
            <a:pPr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x Voxaris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2918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EBFA"/>
                </a:solidFill>
                <a:latin typeface="Aptos"/>
              </a:rPr>
              <a:t>A 24/7 digital front desk for a phone-first private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914400"/>
            <a:ext cx="3200400" cy="4754880"/>
          </a:xfrm>
          <a:prstGeom prst="round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46304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Aptos"/>
              </a:rPr>
              <a:t>•  Custom demo concept for Family Orlando Dentistry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Aptos"/>
              </a:rPr>
              <a:t>•  Focus: inbound capture, reactivation, and V·FACE-led trust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Aptos"/>
              </a:rPr>
              <a:t>•  Prepared for Voxaris sales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What makes this practice special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Husband-and-wife doctor team with 55+ combined years of experience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Ocoee private practice with limited weekday access hours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General, restorative, and cosmetic positioning already established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FAMILY ORLANDO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High-value services are already on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Invisalign with free consultation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Same-day / single-visit crowns, implants, whitening, emergency care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Root canals, extractions, bone grafting, oral appliances, Botox / TMJ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FAMILY ORLANDO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The website acts like a brochure,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not a front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Homepage pushes phone-first behavior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No contact form and no booking form on the contact page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Auto-draft page slugs weaken trust and polish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FAMILY ORLANDO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Patients still book by phone,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but they expect modern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647" y="2286000"/>
            <a:ext cx="3108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6517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678D4"/>
                </a:solidFill>
                <a:latin typeface="Aptos Display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37490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phone-booked</a:t>
            </a:r>
          </a:p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appointments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2286000"/>
            <a:ext cx="3108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367" y="26517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678D4"/>
                </a:solidFill>
                <a:latin typeface="Aptos Display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687" y="37490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booked outside</a:t>
            </a:r>
          </a:p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business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087" y="2286000"/>
            <a:ext cx="3108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6087" y="26517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678D4"/>
                </a:solidFill>
                <a:latin typeface="Aptos Display"/>
              </a:rPr>
              <a:t>4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37490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open per week</a:t>
            </a:r>
          </a:p>
          <a:p>
            <a:pPr algn="ctr"/>
            <a:r>
              <a:rPr sz="1600">
                <a:solidFill>
                  <a:srgbClr val="0F2740"/>
                </a:solidFill>
                <a:latin typeface="Aptos"/>
              </a:rPr>
              <a:t>(no Wed/Sat/Sun)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The dental AI market has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validated the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Arini, Newton, Viva, and Yobi all market 24/7 answering and recall/reactivation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The category proves strong demand for inbound and outbound automation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Most still do not lead with photorealistic conversational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Where Voxaris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3767" y="228600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26767" y="2560320"/>
            <a:ext cx="914400" cy="914400"/>
          </a:xfrm>
          <a:prstGeom prst="ellipse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2740"/>
                </a:solidFill>
                <a:latin typeface="Aptos Display"/>
              </a:rPr>
              <a:t>V·TEAMS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4206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Multi-stage routing</a:t>
            </a:r>
          </a:p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for every call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47" y="228600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38647" y="2560320"/>
            <a:ext cx="914400" cy="914400"/>
          </a:xfrm>
          <a:prstGeom prst="ellipse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2740"/>
                </a:solidFill>
                <a:latin typeface="Aptos Display"/>
              </a:rPr>
              <a:t>V·OUTBOUND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4206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Turn dormant lists</a:t>
            </a:r>
          </a:p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into booked visits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228600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50527" y="2560320"/>
            <a:ext cx="914400" cy="914400"/>
          </a:xfrm>
          <a:prstGeom prst="ellipse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2740"/>
                </a:solidFill>
                <a:latin typeface="Aptos Display"/>
              </a:rPr>
              <a:t>V·FACE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4206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Photorealistic avatar</a:t>
            </a:r>
          </a:p>
          <a:p>
            <a:pPr algn="ctr"/>
            <a:r>
              <a:rPr sz="1500">
                <a:solidFill>
                  <a:srgbClr val="5A6C80"/>
                </a:solidFill>
                <a:latin typeface="Aptos"/>
              </a:rPr>
              <a:t>front-door presence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New patient and emergency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Instant handling for Invisalign, whitening, implants, and emergencies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No repeated context for the patient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Priority routing for urgent and high-intent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The hidden revenue is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in the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Overdue hygiene reactivation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Warm Invisalign follow-up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Unscheduled treatment and cancellation gap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What good reactivation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can look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10–15% overdue-list reactivation per campaign is a solid benchmark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15–25% recovery is a strong upside case in the right setup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Direct outreach materially improves return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740"/>
                </a:solidFill>
                <a:latin typeface="Aptos"/>
              </a:rPr>
              <a:t>Conservative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144000" cy="32004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4572000" cy="320040"/>
          </a:xfrm>
          <a:prstGeom prst="round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45720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2740"/>
                </a:solidFill>
                <a:latin typeface="Aptos Display"/>
              </a:rPr>
              <a:t>10–15%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740"/>
                </a:solidFill>
                <a:latin typeface="Aptos"/>
              </a:rPr>
              <a:t>Strong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49240"/>
            <a:ext cx="9144000" cy="32004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5349240"/>
            <a:ext cx="7620000" cy="320040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1560" y="5349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2740"/>
                </a:solidFill>
                <a:latin typeface="Aptos Display"/>
              </a:rPr>
              <a:t>15–25%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From static website to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living front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V·FACE as the front-door concierge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Service qualification for Invisalign, emergencies, same-day crowns, whitening, and implants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Always-on capture even when the office is closed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What the owner gets to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0907" y="2286000"/>
            <a:ext cx="2377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0907" y="2743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787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Calls</a:t>
            </a:r>
          </a:p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Answered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8387" y="2286000"/>
            <a:ext cx="2377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8387" y="2743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1267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Appointments</a:t>
            </a:r>
          </a:p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Booked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286000"/>
            <a:ext cx="2377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743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Missed-Call</a:t>
            </a:r>
          </a:p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Recovery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347" y="2286000"/>
            <a:ext cx="2377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347" y="2743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6227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Revenue</a:t>
            </a:r>
          </a:p>
          <a:p>
            <a:pPr algn="ctr"/>
            <a:r>
              <a:rPr sz="1800" b="1">
                <a:solidFill>
                  <a:srgbClr val="0F2740"/>
                </a:solidFill>
                <a:latin typeface="Aptos Display"/>
              </a:rPr>
              <a:t>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A simple 90-day outcome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Recover after-hours and overflow demand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Increase high-LTV consult requests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Reactivate part of the dormant database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Reduce staff and doctor phone burden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This is not just about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Fewer personal-cell interruptions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Less voicemail pressure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Better patient experience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000">
                <a:solidFill>
                  <a:srgbClr val="0F2740"/>
                </a:solidFill>
                <a:latin typeface="Aptos"/>
              </a:rPr>
              <a:t>•  More protected family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512064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16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VOXARIS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24/7 coverage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V·TEAMS routing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V·OUTBOUND reactivation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740"/>
                </a:solidFill>
                <a:latin typeface="Aptos"/>
              </a:rPr>
              <a:t>✓  V·FACE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How this could roll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3767" y="2560320"/>
            <a:ext cx="3200400" cy="3200400"/>
          </a:xfrm>
          <a:prstGeom prst="round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18207" y="28346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678D4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ptos"/>
              </a:rPr>
              <a:t>Inbound coverage and emergency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2560320"/>
            <a:ext cx="3200400" cy="3200400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30087" y="28346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EA5A4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9967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ptos"/>
              </a:rPr>
              <a:t>V·FACE website layer and high-value service qualification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560320"/>
            <a:ext cx="3200400" cy="3200400"/>
          </a:xfrm>
          <a:prstGeom prst="round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41967" y="28346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2740"/>
                </a:solidFill>
                <a:latin typeface="Aptos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ptos"/>
              </a:rPr>
              <a:t>Outbound reactivation and dashboard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747" y="38404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C80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4627" y="38404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C8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The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2743200" cy="508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•  Build the Family Orlando Dentistry demo environment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•  Show live inbound, outbound, V·FACE, and dashboard experiences</a:t>
            </a:r>
          </a:p>
          <a:p>
            <a:pPr>
              <a:lnSpc>
                <a:spcPts val="2800"/>
              </a:lnSpc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•  Align on launch scope and first KPI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303520"/>
            <a:ext cx="3200400" cy="640080"/>
          </a:xfrm>
          <a:prstGeom prst="round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Book Your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CEBFA"/>
                </a:solidFill>
                <a:latin typeface="Aptos"/>
              </a:rPr>
              <a:t>(407) 877-9003  |  familyorlandodentistry.com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F2740"/>
                </a:solidFill>
                <a:latin typeface="Aptos Display"/>
              </a:rPr>
              <a:t>Selected source URLs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91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A6C80"/>
                </a:solidFill>
                <a:latin typeface="Aptos"/>
              </a:rPr>
              <a:t>Include these in presenter notes or follow-up materials as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https://familyorlandodentistry.com/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https://familyorlandodentistry.com/auto-draft-5/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https://familyorlandodentistry.com/auto-draft-3/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https://familyorlandodentistry.com/auto-draft-4/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https://familyorlandodentistry.com/auto-draft-2/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https://www.arini.ai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https://www.arini.ai/blog/dental-call-centers-vs-ai-receptionists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https://joinnewton.com/product/ai-receptionist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https://www.getviva.ai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https://dental.yobi.com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https://pmc.ncbi.nlm.nih.gov/articles/PMC8796867/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https://blog.softwareofexcellence.com/en-gb/why-online-booking-is-the-new-standard-in-dentistry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https://mvpmailhouse.com/resources/blog/how-to-increase-patient-retention-in-dentistry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https://mybcat.com/blog/reactivation-campaigns-dormant-patients-2026/</a:t>
            </a:r>
          </a:p>
          <a:p>
            <a:pPr>
              <a:spcAft>
                <a:spcPts val="500"/>
              </a:spcAft>
            </a:pPr>
            <a:r>
              <a:rPr sz="1300" u="sng">
                <a:solidFill>
                  <a:srgbClr val="1678D4"/>
                </a:solidFill>
                <a:latin typeface="Aptos"/>
              </a:rPr>
              <a:t>https://practiceanalytics.com/the-impact-of-hygiene-reactivation/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C80"/>
                </a:solidFill>
                <a:latin typeface="Apto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